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6" r:id="rId2"/>
    <p:sldId id="256" r:id="rId3"/>
    <p:sldId id="257" r:id="rId4"/>
    <p:sldId id="267" r:id="rId5"/>
    <p:sldId id="260" r:id="rId6"/>
    <p:sldId id="261" r:id="rId7"/>
    <p:sldId id="262" r:id="rId8"/>
    <p:sldId id="263" r:id="rId9"/>
    <p:sldId id="268" r:id="rId10"/>
    <p:sldId id="26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367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075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390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9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83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753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819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730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50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005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178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94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0805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391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918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3199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51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606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F6164-B5BA-EE5E-D6D8-D2E5781133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Snake Game Using HTML, CSS and JavaScript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8EBBC0-B46E-1277-F50A-9C37A0FC31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 classic browser based snake game</a:t>
            </a:r>
          </a:p>
        </p:txBody>
      </p:sp>
    </p:spTree>
    <p:extLst>
      <p:ext uri="{BB962C8B-B14F-4D97-AF65-F5344CB8AC3E}">
        <p14:creationId xmlns:p14="http://schemas.microsoft.com/office/powerpoint/2010/main" val="1980356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Player controls a snake on a grid.</a:t>
            </a:r>
          </a:p>
          <a:p>
            <a:r>
              <a:rPr lang="en-US" sz="2400" dirty="0"/>
              <a:t>Snake eats food to grow.</a:t>
            </a:r>
          </a:p>
          <a:p>
            <a:r>
              <a:rPr lang="en-US" sz="2400" dirty="0"/>
              <a:t>Game ends on wall or self collision.</a:t>
            </a:r>
          </a:p>
          <a:p>
            <a:r>
              <a:rPr lang="en-US" sz="2400" dirty="0"/>
              <a:t>Score increases with each food eaten.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HTML – Structure of the game</a:t>
            </a:r>
          </a:p>
          <a:p>
            <a:r>
              <a:rPr sz="2400" dirty="0"/>
              <a:t>CSS – Styling and layout</a:t>
            </a:r>
          </a:p>
          <a:p>
            <a:r>
              <a:rPr sz="2400" dirty="0"/>
              <a:t>JavaScript – Game logic and interactions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Creating the Game Board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HTML &lt;canvas&gt; used as the game board.</a:t>
            </a:r>
            <a:endParaRPr sz="2400" dirty="0"/>
          </a:p>
          <a:p>
            <a:r>
              <a:rPr lang="en-US" sz="2400" dirty="0"/>
              <a:t>Board size set using rows and columns.</a:t>
            </a:r>
          </a:p>
          <a:p>
            <a:r>
              <a:rPr lang="en-US" sz="2400" dirty="0"/>
              <a:t>Drawing done using Canvas 2D context.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0129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2: Snake Initialization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Snake position stored using X and Y coordinates.</a:t>
            </a:r>
          </a:p>
          <a:p>
            <a:r>
              <a:rPr lang="en-US" sz="2400" dirty="0"/>
              <a:t>Movement controlled using velocity values.</a:t>
            </a:r>
            <a:endParaRPr sz="2400" dirty="0"/>
          </a:p>
          <a:p>
            <a:r>
              <a:rPr lang="en-IN" sz="2400" dirty="0"/>
              <a:t>Arrow keys change movement direction.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Game Loop &amp; Movement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Game loop runs using </a:t>
            </a:r>
            <a:r>
              <a:rPr lang="en-IN" sz="2400" dirty="0" err="1"/>
              <a:t>setInterval</a:t>
            </a:r>
            <a:r>
              <a:rPr lang="en-IN" sz="2400" dirty="0"/>
              <a:t>()</a:t>
            </a:r>
          </a:p>
          <a:p>
            <a:r>
              <a:rPr lang="en-US" sz="2400" dirty="0"/>
              <a:t>Snake moves based on arrow key input.</a:t>
            </a:r>
            <a:endParaRPr sz="2400" dirty="0"/>
          </a:p>
          <a:p>
            <a:r>
              <a:rPr lang="en-US" sz="2400" dirty="0"/>
              <a:t>Screen is redrawn on every update.</a:t>
            </a:r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Food, Score &amp; Collision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Food placed randomly on the grid.</a:t>
            </a:r>
          </a:p>
          <a:p>
            <a:r>
              <a:rPr lang="en-US" sz="2400" dirty="0"/>
              <a:t>Eating food increases score and length.</a:t>
            </a:r>
          </a:p>
          <a:p>
            <a:r>
              <a:rPr lang="en-US" sz="2400" dirty="0"/>
              <a:t>Collision with wall or body ends game.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Game Over &amp; Restart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Game stops when collision occurs.</a:t>
            </a:r>
          </a:p>
          <a:p>
            <a:r>
              <a:rPr lang="en-IN" sz="2400" dirty="0"/>
              <a:t>Final score displayed.</a:t>
            </a:r>
          </a:p>
          <a:p>
            <a:r>
              <a:rPr lang="en-IN" sz="2400" dirty="0"/>
              <a:t>Restart button reloads the game.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Improvements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600" dirty="0"/>
              <a:t>Increase game speed as the score increases.</a:t>
            </a:r>
          </a:p>
          <a:p>
            <a:r>
              <a:rPr lang="en-US" sz="2600" dirty="0"/>
              <a:t>Add sound effects for food and game over.</a:t>
            </a:r>
          </a:p>
          <a:p>
            <a:r>
              <a:rPr lang="en-US" sz="2600" dirty="0"/>
              <a:t>Implement pause and resume functionality.</a:t>
            </a:r>
          </a:p>
          <a:p>
            <a:r>
              <a:rPr lang="en-US" sz="2600" dirty="0"/>
              <a:t>Store and display high scores using local storage.</a:t>
            </a:r>
          </a:p>
        </p:txBody>
      </p:sp>
    </p:spTree>
    <p:extLst>
      <p:ext uri="{BB962C8B-B14F-4D97-AF65-F5344CB8AC3E}">
        <p14:creationId xmlns:p14="http://schemas.microsoft.com/office/powerpoint/2010/main" val="3143881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1AB5D-CA9E-36A6-CC0D-F65BC6423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885D9-68D9-C1DD-0AFC-EC64C3F88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This Project improved my understanding of: 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Canvas 2D context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Event handling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Game loops and logic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358598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779</TotalTime>
  <Words>251</Words>
  <Application>Microsoft Office PowerPoint</Application>
  <PresentationFormat>On-screen Show (4:3)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Snake Game Using HTML, CSS and JavaScript</vt:lpstr>
      <vt:lpstr>Project Overview</vt:lpstr>
      <vt:lpstr>Technologies Used</vt:lpstr>
      <vt:lpstr>Step 1: Creating the Game Board</vt:lpstr>
      <vt:lpstr>Step 2: Snake Initialization</vt:lpstr>
      <vt:lpstr>Step 3: Game Loop &amp; Movement</vt:lpstr>
      <vt:lpstr>Step 4: Food, Score &amp; Collision</vt:lpstr>
      <vt:lpstr>Game Over &amp; Restart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 R</cp:lastModifiedBy>
  <cp:revision>8</cp:revision>
  <dcterms:created xsi:type="dcterms:W3CDTF">2013-01-27T09:14:16Z</dcterms:created>
  <dcterms:modified xsi:type="dcterms:W3CDTF">2026-02-06T04:17:28Z</dcterms:modified>
  <cp:category/>
</cp:coreProperties>
</file>